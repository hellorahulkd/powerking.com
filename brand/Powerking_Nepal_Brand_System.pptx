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Powerking Nepal, wholesale electronics. One plate, one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 is the plate, the grille, POWERKING and ELECTRONICS.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icon states: primary, reversed, outline for stamping, and a coarse version for small sizes.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colors only. Safety yellow, ink, white. No red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Caution stripe is the site's only decoration — header and footer band. Buttons take the plate chamfer.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Carton label, warranty tag, and the app icon or authenticity seal.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Interface parts: chamfered buttons, status tags, fields, and the dealer order panel. Yellow marks the one primary action per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585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BRAND SYSTEM · 2026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143000" y="3467695"/>
            <a:ext cx="11583144" cy="3008709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4" name="Shape 2"/>
          <p:cNvSpPr/>
          <p:nvPr/>
        </p:nvSpPr>
        <p:spPr>
          <a:xfrm>
            <a:off x="2095500" y="4276725"/>
            <a:ext cx="420886" cy="421332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5" name="Shape 3"/>
          <p:cNvSpPr/>
          <p:nvPr/>
        </p:nvSpPr>
        <p:spPr>
          <a:xfrm>
            <a:off x="2694533" y="4276725"/>
            <a:ext cx="420886" cy="421332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6" name="Shape 4"/>
          <p:cNvSpPr/>
          <p:nvPr/>
        </p:nvSpPr>
        <p:spPr>
          <a:xfrm>
            <a:off x="3293715" y="4276725"/>
            <a:ext cx="420886" cy="421332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7" name="Shape 5"/>
          <p:cNvSpPr/>
          <p:nvPr/>
        </p:nvSpPr>
        <p:spPr>
          <a:xfrm>
            <a:off x="2095500" y="4877395"/>
            <a:ext cx="420886" cy="421332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8" name="Shape 6"/>
          <p:cNvSpPr/>
          <p:nvPr/>
        </p:nvSpPr>
        <p:spPr>
          <a:xfrm>
            <a:off x="2694533" y="4877395"/>
            <a:ext cx="420886" cy="421332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9" name="Shape 7"/>
          <p:cNvSpPr/>
          <p:nvPr/>
        </p:nvSpPr>
        <p:spPr>
          <a:xfrm>
            <a:off x="2095500" y="5478214"/>
            <a:ext cx="420886" cy="189012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0" name="Shape 8"/>
          <p:cNvSpPr/>
          <p:nvPr/>
        </p:nvSpPr>
        <p:spPr>
          <a:xfrm>
            <a:off x="2694533" y="5478214"/>
            <a:ext cx="420886" cy="189012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1" name="Shape 9"/>
          <p:cNvSpPr/>
          <p:nvPr/>
        </p:nvSpPr>
        <p:spPr>
          <a:xfrm>
            <a:off x="3293715" y="5478214"/>
            <a:ext cx="420886" cy="189012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3715" y="4488061"/>
            <a:ext cx="420886" cy="8106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4350" y="4229695"/>
            <a:ext cx="8194224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628"/>
              </a:lnSpc>
              <a:buNone/>
            </a:pPr>
            <a:r>
              <a:rPr lang="en-US" sz="7800" b="1" spc="780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POWERKING</a:t>
            </a:r>
            <a:endParaRPr lang="en-US" sz="7800" dirty="0"/>
          </a:p>
        </p:txBody>
      </p:sp>
      <p:sp>
        <p:nvSpPr>
          <p:cNvPr id="14" name="Text 12"/>
          <p:cNvSpPr/>
          <p:nvPr/>
        </p:nvSpPr>
        <p:spPr>
          <a:xfrm>
            <a:off x="4419600" y="5183981"/>
            <a:ext cx="309116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432"/>
              </a:lnSpc>
              <a:buNone/>
            </a:pPr>
            <a:r>
              <a:rPr lang="en-US" sz="2550" b="1" spc="51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125938" y="5183981"/>
            <a:ext cx="284411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432"/>
              </a:lnSpc>
              <a:buNone/>
            </a:pPr>
            <a:r>
              <a:rPr lang="en-US" sz="2550" b="1" spc="51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5807571" y="5183981"/>
            <a:ext cx="309116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432"/>
              </a:lnSpc>
              <a:buNone/>
            </a:pPr>
            <a:r>
              <a:rPr lang="en-US" sz="2550" b="1" spc="51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6514058" y="5183981"/>
            <a:ext cx="326231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432"/>
              </a:lnSpc>
              <a:buNone/>
            </a:pPr>
            <a:r>
              <a:rPr lang="en-US" sz="2550" b="1" spc="51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7237512" y="5183981"/>
            <a:ext cx="301377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432"/>
              </a:lnSpc>
              <a:buNone/>
            </a:pPr>
            <a:r>
              <a:rPr lang="en-US" sz="2550" b="1" spc="51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7936111" y="5183981"/>
            <a:ext cx="325636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432"/>
              </a:lnSpc>
              <a:buNone/>
            </a:pPr>
            <a:r>
              <a:rPr lang="en-US" sz="2550" b="1" spc="51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8658969" y="5183981"/>
            <a:ext cx="344984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432"/>
              </a:lnSpc>
              <a:buNone/>
            </a:pPr>
            <a:r>
              <a:rPr lang="en-US" sz="2550" b="1" spc="51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401175" y="5183981"/>
            <a:ext cx="337542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432"/>
              </a:lnSpc>
              <a:buNone/>
            </a:pPr>
            <a:r>
              <a:rPr lang="en-US" sz="2550" b="1" spc="51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0136088" y="5183981"/>
            <a:ext cx="189458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432"/>
              </a:lnSpc>
              <a:buNone/>
            </a:pPr>
            <a:r>
              <a:rPr lang="en-US" sz="2550" b="1" spc="51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0722769" y="5183981"/>
            <a:ext cx="326231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432"/>
              </a:lnSpc>
              <a:buNone/>
            </a:pPr>
            <a:r>
              <a:rPr lang="en-US" sz="2550" b="1" spc="51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1446222" y="5183981"/>
            <a:ext cx="308372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432"/>
              </a:lnSpc>
              <a:buNone/>
            </a:pPr>
            <a:r>
              <a:rPr lang="en-US" sz="2550" b="1" spc="51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143000" y="8629650"/>
            <a:ext cx="882967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>
                    <a:alpha val="7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Earphones, headphones, speakers and mobile accessories — wholesale, Kathmandu.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585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PRIMARY LOCKUP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45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plate, one mark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247900"/>
            <a:ext cx="107918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484"/>
              </a:lnSpc>
              <a:buNone/>
            </a:pPr>
            <a:r>
              <a:rPr lang="en-US" sz="2100" dirty="0">
                <a:solidFill>
                  <a:srgbClr val="FFFFFF">
                    <a:alpha val="6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six-sided cut-corner plate holding the perforated faceplate grille, POWERKING in wide-tracked Archivo caps, and ELECTRONICS letter-justified beneath.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3581400"/>
            <a:ext cx="7757220" cy="2053977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6" name="Shape 4"/>
          <p:cNvSpPr/>
          <p:nvPr/>
        </p:nvSpPr>
        <p:spPr>
          <a:xfrm>
            <a:off x="1771650" y="4151114"/>
            <a:ext cx="277267" cy="2769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2166342" y="4151114"/>
            <a:ext cx="277267" cy="2769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561034" y="4151114"/>
            <a:ext cx="277267" cy="2769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771650" y="4546104"/>
            <a:ext cx="277267" cy="2769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166342" y="4546104"/>
            <a:ext cx="277267" cy="2769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771650" y="4941094"/>
            <a:ext cx="277267" cy="1242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166342" y="4941094"/>
            <a:ext cx="277267" cy="1242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1034" y="4941094"/>
            <a:ext cx="277267" cy="1242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1034" y="4289971"/>
            <a:ext cx="277267" cy="532954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15" name="Text 13"/>
          <p:cNvSpPr/>
          <p:nvPr/>
        </p:nvSpPr>
        <p:spPr>
          <a:xfrm>
            <a:off x="3257550" y="4095750"/>
            <a:ext cx="551542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684"/>
              </a:lnSpc>
              <a:buNone/>
            </a:pPr>
            <a:r>
              <a:rPr lang="en-US" sz="5250" b="1" spc="525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POWERKING</a:t>
            </a:r>
            <a:endParaRPr lang="en-US" sz="5250" dirty="0"/>
          </a:p>
        </p:txBody>
      </p:sp>
      <p:sp>
        <p:nvSpPr>
          <p:cNvPr id="16" name="Text 14"/>
          <p:cNvSpPr/>
          <p:nvPr/>
        </p:nvSpPr>
        <p:spPr>
          <a:xfrm>
            <a:off x="3352800" y="4752975"/>
            <a:ext cx="233809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3821906" y="4752975"/>
            <a:ext cx="21714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4274344" y="4752975"/>
            <a:ext cx="233809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4743599" y="4752975"/>
            <a:ext cx="245418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5224314" y="4752975"/>
            <a:ext cx="22860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5688211" y="4752975"/>
            <a:ext cx="244971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6168479" y="4752975"/>
            <a:ext cx="258068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6661845" y="4752975"/>
            <a:ext cx="253008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7150298" y="4752975"/>
            <a:ext cx="152846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7538442" y="4752975"/>
            <a:ext cx="245418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8019157" y="4752975"/>
            <a:ext cx="233362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9509820" y="3581400"/>
            <a:ext cx="7757220" cy="2053977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38470" y="4151114"/>
            <a:ext cx="277267" cy="27696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533162" y="4151114"/>
            <a:ext cx="277267" cy="27696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27854" y="4151114"/>
            <a:ext cx="277267" cy="27696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38470" y="4546104"/>
            <a:ext cx="277267" cy="27696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33162" y="4546104"/>
            <a:ext cx="277267" cy="27696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38470" y="4941094"/>
            <a:ext cx="277267" cy="124271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4" name="Shape 32"/>
          <p:cNvSpPr/>
          <p:nvPr/>
        </p:nvSpPr>
        <p:spPr>
          <a:xfrm>
            <a:off x="10533162" y="4941094"/>
            <a:ext cx="277267" cy="124271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27854" y="4941094"/>
            <a:ext cx="277267" cy="124271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27854" y="4289971"/>
            <a:ext cx="277267" cy="5329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1624370" y="4095750"/>
            <a:ext cx="551542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684"/>
              </a:lnSpc>
              <a:buNone/>
            </a:pPr>
            <a:r>
              <a:rPr lang="en-US" sz="5250" b="1" spc="52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POWERKING</a:t>
            </a:r>
            <a:endParaRPr lang="en-US" sz="5250" dirty="0"/>
          </a:p>
        </p:txBody>
      </p:sp>
      <p:sp>
        <p:nvSpPr>
          <p:cNvPr id="38" name="Text 36"/>
          <p:cNvSpPr/>
          <p:nvPr/>
        </p:nvSpPr>
        <p:spPr>
          <a:xfrm>
            <a:off x="11719620" y="4752975"/>
            <a:ext cx="233809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</a:t>
            </a:r>
            <a:endParaRPr lang="en-US" sz="1725" dirty="0"/>
          </a:p>
        </p:txBody>
      </p:sp>
      <p:sp>
        <p:nvSpPr>
          <p:cNvPr id="39" name="Text 37"/>
          <p:cNvSpPr/>
          <p:nvPr/>
        </p:nvSpPr>
        <p:spPr>
          <a:xfrm>
            <a:off x="12188726" y="4752975"/>
            <a:ext cx="21714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</a:t>
            </a:r>
            <a:endParaRPr lang="en-US" sz="1725" dirty="0"/>
          </a:p>
        </p:txBody>
      </p:sp>
      <p:sp>
        <p:nvSpPr>
          <p:cNvPr id="40" name="Text 38"/>
          <p:cNvSpPr/>
          <p:nvPr/>
        </p:nvSpPr>
        <p:spPr>
          <a:xfrm>
            <a:off x="12641163" y="4752975"/>
            <a:ext cx="233809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</a:t>
            </a:r>
            <a:endParaRPr lang="en-US" sz="1725" dirty="0"/>
          </a:p>
        </p:txBody>
      </p:sp>
      <p:sp>
        <p:nvSpPr>
          <p:cNvPr id="41" name="Text 39"/>
          <p:cNvSpPr/>
          <p:nvPr/>
        </p:nvSpPr>
        <p:spPr>
          <a:xfrm>
            <a:off x="13110418" y="4752975"/>
            <a:ext cx="245418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13591133" y="4752975"/>
            <a:ext cx="228600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</a:t>
            </a:r>
            <a:endParaRPr lang="en-US" sz="1725" dirty="0"/>
          </a:p>
        </p:txBody>
      </p:sp>
      <p:sp>
        <p:nvSpPr>
          <p:cNvPr id="43" name="Text 41"/>
          <p:cNvSpPr/>
          <p:nvPr/>
        </p:nvSpPr>
        <p:spPr>
          <a:xfrm>
            <a:off x="14055030" y="4752975"/>
            <a:ext cx="244971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</a:t>
            </a:r>
            <a:endParaRPr lang="en-US" sz="1725" dirty="0"/>
          </a:p>
        </p:txBody>
      </p:sp>
      <p:sp>
        <p:nvSpPr>
          <p:cNvPr id="44" name="Text 42"/>
          <p:cNvSpPr/>
          <p:nvPr/>
        </p:nvSpPr>
        <p:spPr>
          <a:xfrm>
            <a:off x="14535299" y="4752975"/>
            <a:ext cx="258068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</a:t>
            </a:r>
            <a:endParaRPr lang="en-US" sz="1725" dirty="0"/>
          </a:p>
        </p:txBody>
      </p:sp>
      <p:sp>
        <p:nvSpPr>
          <p:cNvPr id="45" name="Text 43"/>
          <p:cNvSpPr/>
          <p:nvPr/>
        </p:nvSpPr>
        <p:spPr>
          <a:xfrm>
            <a:off x="15028664" y="4752975"/>
            <a:ext cx="253008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</a:t>
            </a:r>
            <a:endParaRPr lang="en-US" sz="1725" dirty="0"/>
          </a:p>
        </p:txBody>
      </p:sp>
      <p:sp>
        <p:nvSpPr>
          <p:cNvPr id="46" name="Text 44"/>
          <p:cNvSpPr/>
          <p:nvPr/>
        </p:nvSpPr>
        <p:spPr>
          <a:xfrm>
            <a:off x="15517118" y="4752975"/>
            <a:ext cx="152846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</a:t>
            </a:r>
            <a:endParaRPr lang="en-US" sz="1725" dirty="0"/>
          </a:p>
        </p:txBody>
      </p:sp>
      <p:sp>
        <p:nvSpPr>
          <p:cNvPr id="47" name="Text 45"/>
          <p:cNvSpPr/>
          <p:nvPr/>
        </p:nvSpPr>
        <p:spPr>
          <a:xfrm>
            <a:off x="15905262" y="4752975"/>
            <a:ext cx="245418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</a:t>
            </a:r>
            <a:endParaRPr lang="en-US" sz="1725" dirty="0"/>
          </a:p>
        </p:txBody>
      </p:sp>
      <p:sp>
        <p:nvSpPr>
          <p:cNvPr id="48" name="Text 46"/>
          <p:cNvSpPr/>
          <p:nvPr/>
        </p:nvSpPr>
        <p:spPr>
          <a:xfrm>
            <a:off x="16385977" y="4752975"/>
            <a:ext cx="233362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600"/>
              </a:lnSpc>
              <a:buNone/>
            </a:pPr>
            <a:r>
              <a:rPr lang="en-US" sz="1725" b="1" spc="3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</a:t>
            </a:r>
            <a:endParaRPr lang="en-US" sz="17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58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ICON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4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Four states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628900"/>
            <a:ext cx="2857500" cy="285750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5" name="Shape 3"/>
          <p:cNvSpPr/>
          <p:nvPr/>
        </p:nvSpPr>
        <p:spPr>
          <a:xfrm>
            <a:off x="1857375" y="3443288"/>
            <a:ext cx="371475" cy="3722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386013" y="3443288"/>
            <a:ext cx="371475" cy="3722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2914650" y="3443288"/>
            <a:ext cx="371475" cy="3722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857375" y="3974009"/>
            <a:ext cx="371475" cy="3722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386013" y="3974009"/>
            <a:ext cx="371475" cy="3722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857375" y="4504879"/>
            <a:ext cx="371475" cy="1669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386013" y="4504879"/>
            <a:ext cx="371475" cy="1669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914650" y="4504879"/>
            <a:ext cx="371475" cy="1669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914650" y="3629918"/>
            <a:ext cx="371475" cy="716310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676900"/>
            <a:ext cx="31432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dirty="0">
                <a:solidFill>
                  <a:srgbClr val="101010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Primary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62500" y="2628900"/>
            <a:ext cx="2857500" cy="2857500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16" name="Shape 14"/>
          <p:cNvSpPr/>
          <p:nvPr/>
        </p:nvSpPr>
        <p:spPr>
          <a:xfrm>
            <a:off x="5476875" y="3443288"/>
            <a:ext cx="371475" cy="37221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7" name="Shape 15"/>
          <p:cNvSpPr/>
          <p:nvPr/>
        </p:nvSpPr>
        <p:spPr>
          <a:xfrm>
            <a:off x="6005513" y="3443288"/>
            <a:ext cx="371475" cy="37221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4150" y="3443288"/>
            <a:ext cx="371475" cy="37221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9" name="Shape 17"/>
          <p:cNvSpPr/>
          <p:nvPr/>
        </p:nvSpPr>
        <p:spPr>
          <a:xfrm>
            <a:off x="5476875" y="3974009"/>
            <a:ext cx="371475" cy="37221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0" name="Shape 18"/>
          <p:cNvSpPr/>
          <p:nvPr/>
        </p:nvSpPr>
        <p:spPr>
          <a:xfrm>
            <a:off x="6005513" y="3974009"/>
            <a:ext cx="371475" cy="37221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1" name="Shape 19"/>
          <p:cNvSpPr/>
          <p:nvPr/>
        </p:nvSpPr>
        <p:spPr>
          <a:xfrm>
            <a:off x="5476875" y="4504879"/>
            <a:ext cx="371475" cy="166985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2" name="Shape 20"/>
          <p:cNvSpPr/>
          <p:nvPr/>
        </p:nvSpPr>
        <p:spPr>
          <a:xfrm>
            <a:off x="6005513" y="4504879"/>
            <a:ext cx="371475" cy="166985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3" name="Shape 21"/>
          <p:cNvSpPr/>
          <p:nvPr/>
        </p:nvSpPr>
        <p:spPr>
          <a:xfrm>
            <a:off x="6534150" y="4504879"/>
            <a:ext cx="371475" cy="166985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34150" y="3629918"/>
            <a:ext cx="371475" cy="7163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762500" y="5676900"/>
            <a:ext cx="31432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dirty="0">
                <a:solidFill>
                  <a:srgbClr val="101010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Reversed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382000" y="2628900"/>
            <a:ext cx="2857500" cy="285750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7" name="Shape 25"/>
          <p:cNvSpPr/>
          <p:nvPr/>
        </p:nvSpPr>
        <p:spPr>
          <a:xfrm>
            <a:off x="8448675" y="2695575"/>
            <a:ext cx="2724150" cy="2724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096375" y="3443288"/>
            <a:ext cx="371475" cy="37221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9" name="Shape 27"/>
          <p:cNvSpPr/>
          <p:nvPr/>
        </p:nvSpPr>
        <p:spPr>
          <a:xfrm>
            <a:off x="9625013" y="3443288"/>
            <a:ext cx="371475" cy="37221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53650" y="3443288"/>
            <a:ext cx="371475" cy="37221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1" name="Shape 29"/>
          <p:cNvSpPr/>
          <p:nvPr/>
        </p:nvSpPr>
        <p:spPr>
          <a:xfrm>
            <a:off x="9096375" y="3974009"/>
            <a:ext cx="371475" cy="37221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2" name="Shape 30"/>
          <p:cNvSpPr/>
          <p:nvPr/>
        </p:nvSpPr>
        <p:spPr>
          <a:xfrm>
            <a:off x="9625013" y="3974009"/>
            <a:ext cx="371475" cy="37221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3" name="Shape 31"/>
          <p:cNvSpPr/>
          <p:nvPr/>
        </p:nvSpPr>
        <p:spPr>
          <a:xfrm>
            <a:off x="9096375" y="4504879"/>
            <a:ext cx="371475" cy="166985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4" name="Shape 32"/>
          <p:cNvSpPr/>
          <p:nvPr/>
        </p:nvSpPr>
        <p:spPr>
          <a:xfrm>
            <a:off x="9625013" y="4504879"/>
            <a:ext cx="371475" cy="166985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53650" y="4504879"/>
            <a:ext cx="371475" cy="166985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53650" y="3629918"/>
            <a:ext cx="371475" cy="716310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37" name="Text 35"/>
          <p:cNvSpPr/>
          <p:nvPr/>
        </p:nvSpPr>
        <p:spPr>
          <a:xfrm>
            <a:off x="8382000" y="5676900"/>
            <a:ext cx="3144723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dirty="0">
                <a:solidFill>
                  <a:srgbClr val="101010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Outline — stamping, etching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2002839" y="2628900"/>
            <a:ext cx="2857500" cy="285750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9" name="Shape 37"/>
          <p:cNvSpPr/>
          <p:nvPr/>
        </p:nvSpPr>
        <p:spPr>
          <a:xfrm>
            <a:off x="12307639" y="3095625"/>
            <a:ext cx="584448" cy="58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3139291" y="3095625"/>
            <a:ext cx="584448" cy="58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3970943" y="3095625"/>
            <a:ext cx="584448" cy="58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12307639" y="3926681"/>
            <a:ext cx="584448" cy="58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13139291" y="3926681"/>
            <a:ext cx="584448" cy="58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2307639" y="4757886"/>
            <a:ext cx="584448" cy="261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13139291" y="4757886"/>
            <a:ext cx="584448" cy="261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3970943" y="4757886"/>
            <a:ext cx="584448" cy="261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13970943" y="3388072"/>
            <a:ext cx="584448" cy="1121718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48" name="Text 46"/>
          <p:cNvSpPr/>
          <p:nvPr/>
        </p:nvSpPr>
        <p:spPr>
          <a:xfrm>
            <a:off x="12002839" y="5676900"/>
            <a:ext cx="31432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dirty="0">
                <a:solidFill>
                  <a:srgbClr val="101010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Coarse — small sizes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58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COLOR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4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Three, and no more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667000"/>
            <a:ext cx="4000500" cy="2667000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5543550"/>
            <a:ext cx="440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Safety Yellow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5924550"/>
            <a:ext cx="44005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101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#F4C400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76900" y="2667000"/>
            <a:ext cx="4000500" cy="266700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8" name="Text 6"/>
          <p:cNvSpPr/>
          <p:nvPr/>
        </p:nvSpPr>
        <p:spPr>
          <a:xfrm>
            <a:off x="5676900" y="5543550"/>
            <a:ext cx="440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Ink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676900" y="5924550"/>
            <a:ext cx="44005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101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#101010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210800" y="2667000"/>
            <a:ext cx="4000500" cy="266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210800" y="5543550"/>
            <a:ext cx="440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White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210800" y="5924550"/>
            <a:ext cx="44005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101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58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WEBSITE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295400"/>
            <a:ext cx="176022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Caution stripe, chamfered buttons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143000" y="2266950"/>
            <a:ext cx="16002000" cy="6443365"/>
          </a:xfrm>
          <a:prstGeom prst="rect">
            <a:avLst/>
          </a:prstGeom>
          <a:ln w="38100">
            <a:solidFill>
              <a:srgbClr val="DCDC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1100" y="2305050"/>
            <a:ext cx="15925800" cy="304800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6" name="Shape 4"/>
          <p:cNvSpPr/>
          <p:nvPr/>
        </p:nvSpPr>
        <p:spPr>
          <a:xfrm>
            <a:off x="1181100" y="4291905"/>
            <a:ext cx="15925800" cy="38100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7" name="Shape 5"/>
          <p:cNvSpPr/>
          <p:nvPr/>
        </p:nvSpPr>
        <p:spPr>
          <a:xfrm>
            <a:off x="1676400" y="2933700"/>
            <a:ext cx="3893046" cy="1034355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8" name="Shape 6"/>
          <p:cNvSpPr/>
          <p:nvPr/>
        </p:nvSpPr>
        <p:spPr>
          <a:xfrm>
            <a:off x="1962150" y="3231803"/>
            <a:ext cx="133648" cy="1327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152352" y="3231803"/>
            <a:ext cx="133648" cy="1327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342704" y="3231803"/>
            <a:ext cx="133648" cy="1327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962150" y="3420963"/>
            <a:ext cx="133648" cy="1327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152352" y="3420963"/>
            <a:ext cx="133648" cy="1327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962150" y="3610273"/>
            <a:ext cx="133648" cy="595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152352" y="3610273"/>
            <a:ext cx="133648" cy="595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342704" y="3610273"/>
            <a:ext cx="133648" cy="595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342704" y="3298329"/>
            <a:ext cx="133648" cy="255389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17" name="Text 15"/>
          <p:cNvSpPr/>
          <p:nvPr/>
        </p:nvSpPr>
        <p:spPr>
          <a:xfrm>
            <a:off x="2705100" y="3143250"/>
            <a:ext cx="283645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2700" b="1" spc="270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POWERKING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800350" y="3493740"/>
            <a:ext cx="185886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29992" y="3493740"/>
            <a:ext cx="174278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48025" y="3493740"/>
            <a:ext cx="185886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7667" y="3493740"/>
            <a:ext cx="193923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15345" y="3493740"/>
            <a:ext cx="182166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41266" y="3493740"/>
            <a:ext cx="193625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78647" y="3493740"/>
            <a:ext cx="202704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25107" y="3493740"/>
            <a:ext cx="199281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8143" y="3493740"/>
            <a:ext cx="12948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1379" y="3493740"/>
            <a:ext cx="193923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9057" y="3493740"/>
            <a:ext cx="185589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254805" y="3303240"/>
            <a:ext cx="112305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Catalog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3720763" y="3303240"/>
            <a:ext cx="15411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Wholesale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5540930" y="3303240"/>
            <a:ext cx="11468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Contact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676400" y="5092005"/>
            <a:ext cx="10595610" cy="1360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42"/>
              </a:lnSpc>
              <a:buNone/>
            </a:pPr>
            <a:r>
              <a:rPr lang="en-US" sz="4650" b="1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Bulk pricing on earphones, speakers &amp; mobile accessories</a:t>
            </a:r>
            <a:endParaRPr lang="en-US" sz="4650" dirty="0"/>
          </a:p>
        </p:txBody>
      </p:sp>
      <p:sp>
        <p:nvSpPr>
          <p:cNvPr id="33" name="Shape 31"/>
          <p:cNvSpPr/>
          <p:nvPr/>
        </p:nvSpPr>
        <p:spPr>
          <a:xfrm>
            <a:off x="1676400" y="6814840"/>
            <a:ext cx="4712791" cy="790575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34" name="Text 32"/>
          <p:cNvSpPr/>
          <p:nvPr/>
        </p:nvSpPr>
        <p:spPr>
          <a:xfrm>
            <a:off x="2171700" y="7062490"/>
            <a:ext cx="38635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GET WHOLESALE ACCESS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6655891" y="6814840"/>
            <a:ext cx="3158430" cy="790575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6" name="Shape 34"/>
          <p:cNvSpPr/>
          <p:nvPr/>
        </p:nvSpPr>
        <p:spPr>
          <a:xfrm>
            <a:off x="6693991" y="6852940"/>
            <a:ext cx="308223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151191" y="7062490"/>
            <a:ext cx="226029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VIEW CATALOG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181100" y="8367415"/>
            <a:ext cx="15925800" cy="304800"/>
          </a:xfrm>
          <a:prstGeom prst="rect">
            <a:avLst/>
          </a:prstGeom>
          <a:solidFill>
            <a:srgbClr val="F4C4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58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PRODUCT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90650"/>
            <a:ext cx="176022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goes on the goods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143000" y="2476500"/>
            <a:ext cx="5905500" cy="3504456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76500"/>
            <a:ext cx="5905500" cy="247650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6" name="Shape 4"/>
          <p:cNvSpPr/>
          <p:nvPr/>
        </p:nvSpPr>
        <p:spPr>
          <a:xfrm>
            <a:off x="1562100" y="3143250"/>
            <a:ext cx="4055418" cy="1064270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3432423"/>
            <a:ext cx="148530" cy="147042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8" name="Shape 6"/>
          <p:cNvSpPr/>
          <p:nvPr/>
        </p:nvSpPr>
        <p:spPr>
          <a:xfrm>
            <a:off x="2040136" y="3432423"/>
            <a:ext cx="148530" cy="147042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9" name="Shape 7"/>
          <p:cNvSpPr/>
          <p:nvPr/>
        </p:nvSpPr>
        <p:spPr>
          <a:xfrm>
            <a:off x="2251621" y="3432423"/>
            <a:ext cx="148530" cy="147042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3642271"/>
            <a:ext cx="148530" cy="147042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1" name="Shape 9"/>
          <p:cNvSpPr/>
          <p:nvPr/>
        </p:nvSpPr>
        <p:spPr>
          <a:xfrm>
            <a:off x="2040136" y="3642271"/>
            <a:ext cx="148530" cy="147042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0" y="3852118"/>
            <a:ext cx="148530" cy="65931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3" name="Shape 11"/>
          <p:cNvSpPr/>
          <p:nvPr/>
        </p:nvSpPr>
        <p:spPr>
          <a:xfrm>
            <a:off x="2040136" y="3852118"/>
            <a:ext cx="148530" cy="65931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4" name="Shape 12"/>
          <p:cNvSpPr/>
          <p:nvPr/>
        </p:nvSpPr>
        <p:spPr>
          <a:xfrm>
            <a:off x="2251621" y="3852118"/>
            <a:ext cx="148530" cy="65931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5" name="Shape 13"/>
          <p:cNvSpPr/>
          <p:nvPr/>
        </p:nvSpPr>
        <p:spPr>
          <a:xfrm>
            <a:off x="2251621" y="3506242"/>
            <a:ext cx="148530" cy="2830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628900" y="3352800"/>
            <a:ext cx="2994109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146"/>
              </a:lnSpc>
              <a:buNone/>
            </a:pPr>
            <a:r>
              <a:rPr lang="en-US" sz="2850" b="1" spc="28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POWERKING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2724150" y="3718471"/>
            <a:ext cx="192732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84"/>
              </a:lnSpc>
              <a:buNone/>
            </a:pPr>
            <a:r>
              <a:rPr lang="en-US" sz="1275" b="1" spc="26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2967633" y="3718471"/>
            <a:ext cx="180380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84"/>
              </a:lnSpc>
              <a:buNone/>
            </a:pPr>
            <a:r>
              <a:rPr lang="en-US" sz="1275" b="1" spc="26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3198614" y="3718471"/>
            <a:ext cx="192732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84"/>
              </a:lnSpc>
              <a:buNone/>
            </a:pPr>
            <a:r>
              <a:rPr lang="en-US" sz="1275" b="1" spc="26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3442097" y="3718471"/>
            <a:ext cx="201216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84"/>
              </a:lnSpc>
              <a:buNone/>
            </a:pPr>
            <a:r>
              <a:rPr lang="en-US" sz="1275" b="1" spc="26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3693914" y="3718471"/>
            <a:ext cx="188863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84"/>
              </a:lnSpc>
              <a:buNone/>
            </a:pPr>
            <a:r>
              <a:rPr lang="en-US" sz="1275" b="1" spc="26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3933527" y="3718471"/>
            <a:ext cx="200918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84"/>
              </a:lnSpc>
              <a:buNone/>
            </a:pPr>
            <a:r>
              <a:rPr lang="en-US" sz="1275" b="1" spc="26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4185196" y="3718471"/>
            <a:ext cx="210592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84"/>
              </a:lnSpc>
              <a:buNone/>
            </a:pPr>
            <a:r>
              <a:rPr lang="en-US" sz="1275" b="1" spc="26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4446389" y="3718471"/>
            <a:ext cx="206871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84"/>
              </a:lnSpc>
              <a:buNone/>
            </a:pPr>
            <a:r>
              <a:rPr lang="en-US" sz="1275" b="1" spc="26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4704011" y="3718471"/>
            <a:ext cx="132904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84"/>
              </a:lnSpc>
              <a:buNone/>
            </a:pPr>
            <a:r>
              <a:rPr lang="en-US" sz="1275" b="1" spc="26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4887516" y="3718471"/>
            <a:ext cx="201216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84"/>
              </a:lnSpc>
              <a:buNone/>
            </a:pPr>
            <a:r>
              <a:rPr lang="en-US" sz="1275" b="1" spc="26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5139482" y="3718471"/>
            <a:ext cx="192286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684"/>
              </a:lnSpc>
              <a:buNone/>
            </a:pPr>
            <a:r>
              <a:rPr lang="en-US" sz="1275" b="1" spc="26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1562100" y="4531370"/>
            <a:ext cx="55740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TWS EARBUDS · EB-204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562100" y="5207645"/>
            <a:ext cx="557403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spc="108" kern="0" dirty="0">
                <a:solidFill>
                  <a:srgbClr val="FFFFFF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CARTON OF 20 · KATHMANDU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43000" y="6171456"/>
            <a:ext cx="64960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dirty="0">
                <a:solidFill>
                  <a:srgbClr val="101010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Carton label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734300" y="2476500"/>
            <a:ext cx="4667250" cy="2741116"/>
          </a:xfrm>
          <a:prstGeom prst="rect">
            <a:avLst/>
          </a:prstGeom>
          <a:ln w="38100">
            <a:solidFill>
              <a:srgbClr val="DCDC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2514600"/>
            <a:ext cx="4591050" cy="1224855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33" name="Shape 31"/>
          <p:cNvSpPr/>
          <p:nvPr/>
        </p:nvSpPr>
        <p:spPr>
          <a:xfrm>
            <a:off x="8077200" y="2907953"/>
            <a:ext cx="133648" cy="1327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267402" y="2907953"/>
            <a:ext cx="133648" cy="1327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8457754" y="2907953"/>
            <a:ext cx="133648" cy="1327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077200" y="3097113"/>
            <a:ext cx="133648" cy="1327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267402" y="3097113"/>
            <a:ext cx="133648" cy="1327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8077200" y="3286423"/>
            <a:ext cx="133648" cy="595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267402" y="3286423"/>
            <a:ext cx="133648" cy="595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8457754" y="3286423"/>
            <a:ext cx="133648" cy="595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8457754" y="2974479"/>
            <a:ext cx="133648" cy="255389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42" name="Text 40"/>
          <p:cNvSpPr/>
          <p:nvPr/>
        </p:nvSpPr>
        <p:spPr>
          <a:xfrm>
            <a:off x="8820150" y="2819400"/>
            <a:ext cx="283645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2700" b="1" spc="270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POWERKING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8915400" y="3169890"/>
            <a:ext cx="185886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145042" y="3169890"/>
            <a:ext cx="174278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363075" y="3169890"/>
            <a:ext cx="185886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592717" y="3169890"/>
            <a:ext cx="193923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830395" y="3169890"/>
            <a:ext cx="182166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056316" y="3169890"/>
            <a:ext cx="193625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293697" y="3169890"/>
            <a:ext cx="202704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540157" y="3169890"/>
            <a:ext cx="199281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783193" y="3169890"/>
            <a:ext cx="12948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956429" y="3169890"/>
            <a:ext cx="193923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1194107" y="3169890"/>
            <a:ext cx="185589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82"/>
              </a:lnSpc>
              <a:buNone/>
            </a:pPr>
            <a:r>
              <a:rPr lang="en-US" sz="1200" b="1" spc="24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077200" y="4044255"/>
            <a:ext cx="43795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9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WARRANTY · 6 MONTHS</a:t>
            </a:r>
            <a:endParaRPr lang="en-US" sz="1950" dirty="0"/>
          </a:p>
        </p:txBody>
      </p:sp>
      <p:sp>
        <p:nvSpPr>
          <p:cNvPr id="55" name="Text 53"/>
          <p:cNvSpPr/>
          <p:nvPr/>
        </p:nvSpPr>
        <p:spPr>
          <a:xfrm>
            <a:off x="8077200" y="4520505"/>
            <a:ext cx="437959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dirty="0">
                <a:solidFill>
                  <a:srgbClr val="101010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Dealer stamp &amp; date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7734300" y="5408116"/>
            <a:ext cx="513397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dirty="0">
                <a:solidFill>
                  <a:srgbClr val="101010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Warranty tag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3087350" y="2476500"/>
            <a:ext cx="2190750" cy="21907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58" name="Shape 56"/>
          <p:cNvSpPr/>
          <p:nvPr/>
        </p:nvSpPr>
        <p:spPr>
          <a:xfrm>
            <a:off x="13649325" y="3114675"/>
            <a:ext cx="277267" cy="2769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14044017" y="3114675"/>
            <a:ext cx="277267" cy="2769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14438709" y="3114675"/>
            <a:ext cx="277267" cy="2769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13649325" y="3509665"/>
            <a:ext cx="277267" cy="2769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14044017" y="3509665"/>
            <a:ext cx="277267" cy="2769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61"/>
          <p:cNvSpPr/>
          <p:nvPr/>
        </p:nvSpPr>
        <p:spPr>
          <a:xfrm>
            <a:off x="13649325" y="3904655"/>
            <a:ext cx="277267" cy="1242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14044017" y="3904655"/>
            <a:ext cx="277267" cy="1242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hape 63"/>
          <p:cNvSpPr/>
          <p:nvPr/>
        </p:nvSpPr>
        <p:spPr>
          <a:xfrm>
            <a:off x="14438709" y="3904655"/>
            <a:ext cx="277267" cy="1242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14438709" y="3253532"/>
            <a:ext cx="277267" cy="532954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67" name="Text 65"/>
          <p:cNvSpPr/>
          <p:nvPr/>
        </p:nvSpPr>
        <p:spPr>
          <a:xfrm>
            <a:off x="13087350" y="4857750"/>
            <a:ext cx="24098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077"/>
              </a:lnSpc>
              <a:buNone/>
            </a:pPr>
            <a:r>
              <a:rPr lang="en-US" sz="1800" dirty="0">
                <a:solidFill>
                  <a:srgbClr val="101010">
                    <a:alpha val="55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 icon / seal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585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90650"/>
            <a:ext cx="176022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Interface parts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143000" y="2476500"/>
            <a:ext cx="3100536" cy="1085850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5" name="Text 3"/>
          <p:cNvSpPr/>
          <p:nvPr/>
        </p:nvSpPr>
        <p:spPr>
          <a:xfrm>
            <a:off x="1638300" y="2724150"/>
            <a:ext cx="220295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ADD TO ORDER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491186" y="2476500"/>
            <a:ext cx="2785318" cy="10858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7" name="Shape 5"/>
          <p:cNvSpPr/>
          <p:nvPr/>
        </p:nvSpPr>
        <p:spPr>
          <a:xfrm>
            <a:off x="4529286" y="2514600"/>
            <a:ext cx="2709118" cy="10096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986486" y="2724150"/>
            <a:ext cx="187599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SAVE QUOTE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524155" y="2624138"/>
            <a:ext cx="2460129" cy="790575"/>
          </a:xfrm>
          <a:prstGeom prst="rect">
            <a:avLst/>
          </a:prstGeom>
          <a:solidFill>
            <a:srgbClr val="D9D9D9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019455" y="2871788"/>
            <a:ext cx="15457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101010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DISABLED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43000" y="3933825"/>
            <a:ext cx="1635175" cy="49530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4067175"/>
            <a:ext cx="12541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spc="132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 STOCK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987725" y="3933825"/>
            <a:ext cx="1632942" cy="495300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14" name="Text 12"/>
          <p:cNvSpPr/>
          <p:nvPr/>
        </p:nvSpPr>
        <p:spPr>
          <a:xfrm>
            <a:off x="3178225" y="4067175"/>
            <a:ext cx="12519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spc="132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BULK 20+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4830217" y="3924300"/>
            <a:ext cx="2031653" cy="514350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16" name="Shape 14"/>
          <p:cNvSpPr/>
          <p:nvPr/>
        </p:nvSpPr>
        <p:spPr>
          <a:xfrm>
            <a:off x="4868317" y="3962400"/>
            <a:ext cx="1955453" cy="438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30242" y="4067175"/>
            <a:ext cx="16316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spc="132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BACKORDER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3000" y="4800600"/>
            <a:ext cx="5657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01010">
                    <a:alpha val="60000"/>
                  </a:srgbClr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Order quantity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43000" y="5181600"/>
            <a:ext cx="5143500" cy="908596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81100" y="5219700"/>
            <a:ext cx="5067300" cy="8323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428750" y="5429250"/>
            <a:ext cx="4724019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240 units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936784" y="2476500"/>
            <a:ext cx="6208216" cy="4589859"/>
          </a:xfrm>
          <a:prstGeom prst="rect">
            <a:avLst/>
          </a:prstGeom>
          <a:ln w="38100">
            <a:solidFill>
              <a:srgbClr val="DCDC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4884" y="2514600"/>
            <a:ext cx="6132016" cy="1050429"/>
          </a:xfrm>
          <a:prstGeom prst="rect">
            <a:avLst/>
          </a:prstGeom>
          <a:solidFill>
            <a:srgbClr val="10101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60634" y="2844552"/>
            <a:ext cx="118765" cy="1183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29702" y="2844552"/>
            <a:ext cx="118765" cy="1183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1598920" y="2844552"/>
            <a:ext cx="118765" cy="1183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1260634" y="3013174"/>
            <a:ext cx="118765" cy="1183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29702" y="3013174"/>
            <a:ext cx="118765" cy="1183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60634" y="3181945"/>
            <a:ext cx="118765" cy="529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29702" y="3181945"/>
            <a:ext cx="118765" cy="529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1598920" y="3181945"/>
            <a:ext cx="118765" cy="529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1598920" y="2903786"/>
            <a:ext cx="118765" cy="227558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33" name="Text 31"/>
          <p:cNvSpPr/>
          <p:nvPr/>
        </p:nvSpPr>
        <p:spPr>
          <a:xfrm>
            <a:off x="11946434" y="2762250"/>
            <a:ext cx="2521312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143"/>
              </a:lnSpc>
              <a:buNone/>
            </a:pPr>
            <a:r>
              <a:rPr lang="en-US" sz="2400" b="1" spc="240" kern="0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POWERKING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2041684" y="3082230"/>
            <a:ext cx="172194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667"/>
              </a:lnSpc>
              <a:buNone/>
            </a:pPr>
            <a:r>
              <a:rPr lang="en-US" sz="1050" b="1" spc="21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2243792" y="3082230"/>
            <a:ext cx="161925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667"/>
              </a:lnSpc>
              <a:buNone/>
            </a:pPr>
            <a:r>
              <a:rPr lang="en-US" sz="1050" b="1" spc="21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2435780" y="3082230"/>
            <a:ext cx="172194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667"/>
              </a:lnSpc>
              <a:buNone/>
            </a:pPr>
            <a:r>
              <a:rPr lang="en-US" sz="1050" b="1" spc="21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2637889" y="3082230"/>
            <a:ext cx="179189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667"/>
              </a:lnSpc>
              <a:buNone/>
            </a:pPr>
            <a:r>
              <a:rPr lang="en-US" sz="1050" b="1" spc="21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2847141" y="3082230"/>
            <a:ext cx="168920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667"/>
              </a:lnSpc>
              <a:buNone/>
            </a:pPr>
            <a:r>
              <a:rPr lang="en-US" sz="1050" b="1" spc="21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3045976" y="3082230"/>
            <a:ext cx="179040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667"/>
              </a:lnSpc>
              <a:buNone/>
            </a:pPr>
            <a:r>
              <a:rPr lang="en-US" sz="1050" b="1" spc="21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3254930" y="3082230"/>
            <a:ext cx="186928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667"/>
              </a:lnSpc>
              <a:buNone/>
            </a:pPr>
            <a:r>
              <a:rPr lang="en-US" sz="1050" b="1" spc="21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3471922" y="3082230"/>
            <a:ext cx="183803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667"/>
              </a:lnSpc>
              <a:buNone/>
            </a:pPr>
            <a:r>
              <a:rPr lang="en-US" sz="1050" b="1" spc="21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3685639" y="3082230"/>
            <a:ext cx="122783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667"/>
              </a:lnSpc>
              <a:buNone/>
            </a:pPr>
            <a:r>
              <a:rPr lang="en-US" sz="1050" b="1" spc="21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3838486" y="3082230"/>
            <a:ext cx="179189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667"/>
              </a:lnSpc>
              <a:buNone/>
            </a:pPr>
            <a:r>
              <a:rPr lang="en-US" sz="1050" b="1" spc="21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4047589" y="3082230"/>
            <a:ext cx="171896" cy="244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667"/>
              </a:lnSpc>
              <a:buNone/>
            </a:pPr>
            <a:r>
              <a:rPr lang="en-US" sz="1050" b="1" spc="21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5892760" y="2935039"/>
            <a:ext cx="10045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F4C4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DEALER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1260634" y="4212729"/>
            <a:ext cx="5560516" cy="38100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47" name="Text 45"/>
          <p:cNvSpPr/>
          <p:nvPr/>
        </p:nvSpPr>
        <p:spPr>
          <a:xfrm>
            <a:off x="11260634" y="3850779"/>
            <a:ext cx="6917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ITEM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6316325" y="3850779"/>
            <a:ext cx="5810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QTY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1260634" y="4977557"/>
            <a:ext cx="5560516" cy="1905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50" name="Text 48"/>
          <p:cNvSpPr/>
          <p:nvPr/>
        </p:nvSpPr>
        <p:spPr>
          <a:xfrm>
            <a:off x="11260634" y="4460379"/>
            <a:ext cx="3060412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929"/>
              </a:lnSpc>
              <a:buNone/>
            </a:pPr>
            <a:r>
              <a:rPr lang="en-US" sz="195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Bluetooth Speaker BT-88</a:t>
            </a:r>
            <a:endParaRPr lang="en-US" sz="1950" dirty="0"/>
          </a:p>
        </p:txBody>
      </p:sp>
      <p:sp>
        <p:nvSpPr>
          <p:cNvPr id="51" name="Text 49"/>
          <p:cNvSpPr/>
          <p:nvPr/>
        </p:nvSpPr>
        <p:spPr>
          <a:xfrm>
            <a:off x="16541651" y="4460379"/>
            <a:ext cx="355699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929"/>
              </a:lnSpc>
              <a:buNone/>
            </a:pPr>
            <a:r>
              <a:rPr lang="en-US" sz="195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40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11260634" y="5723334"/>
            <a:ext cx="5560516" cy="1905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53" name="Text 51"/>
          <p:cNvSpPr/>
          <p:nvPr/>
        </p:nvSpPr>
        <p:spPr>
          <a:xfrm>
            <a:off x="11260634" y="5206157"/>
            <a:ext cx="297970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929"/>
              </a:lnSpc>
              <a:buNone/>
            </a:pPr>
            <a:r>
              <a:rPr lang="en-US" sz="195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Wired Earphones WE-12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16409640" y="5206157"/>
            <a:ext cx="4877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929"/>
              </a:lnSpc>
              <a:buNone/>
            </a:pPr>
            <a:r>
              <a:rPr lang="en-US" sz="195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120</a:t>
            </a:r>
            <a:endParaRPr lang="en-US" sz="1950" dirty="0"/>
          </a:p>
        </p:txBody>
      </p:sp>
      <p:sp>
        <p:nvSpPr>
          <p:cNvPr id="55" name="Shape 53"/>
          <p:cNvSpPr/>
          <p:nvPr/>
        </p:nvSpPr>
        <p:spPr>
          <a:xfrm>
            <a:off x="11260634" y="5951934"/>
            <a:ext cx="3214092" cy="790575"/>
          </a:xfrm>
          <a:prstGeom prst="rect">
            <a:avLst/>
          </a:prstGeom>
          <a:solidFill>
            <a:srgbClr val="F4C400"/>
          </a:solidFill>
          <a:ln/>
        </p:spPr>
      </p:sp>
      <p:sp>
        <p:nvSpPr>
          <p:cNvPr id="56" name="Text 54"/>
          <p:cNvSpPr/>
          <p:nvPr/>
        </p:nvSpPr>
        <p:spPr>
          <a:xfrm>
            <a:off x="11755934" y="6199584"/>
            <a:ext cx="23199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spc="42" kern="0" dirty="0">
                <a:solidFill>
                  <a:srgbClr val="10101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SUBMIT ORDER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2026-09-03T04:53:11Z</dcterms:created>
  <dcterms:modified xsi:type="dcterms:W3CDTF">2026-09-03T04:53:11Z</dcterms:modified>
</cp:coreProperties>
</file>